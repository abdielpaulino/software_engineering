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25030-AB10-4167-AE57-62A8C4C1B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D4D98F-4BF6-47A0-A821-50533DD8B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0F1C81-C510-4B7D-8244-A935DB2DB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629206-BB17-4397-845A-8F350CDCD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8E7114-316C-421E-9308-701C3F29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99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E9A1F-E4D9-4940-8542-DFA6CE50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30F136-1B4A-4B69-88B7-A6880B25E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A2313A-37BD-4B1F-A83B-5F443631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27B06A-1E6F-4A5F-A01B-F53B921B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A853FF-43A8-4834-A510-D3850CD2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4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974C0-9580-47E4-865A-A902E11D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A641D3-3B5B-4EE5-819C-2A398659A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AA4837-82F8-4232-86C7-4D7851BD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573EB7-42B3-44C0-A6DD-20DB3219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28B06F-D1E2-45FF-8340-3FA9868F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1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4A846-8CB5-4E41-811C-65C7009E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3C0FD0-4B3F-45F0-9A2B-265D8F1FA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A50063-8B44-4787-BF7B-C4D1945C8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AF428F-C715-4C21-860A-5ED6CCF6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7E747E-84CB-4D9B-941D-0D8B06DE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058549-2C9A-4981-A0A0-ED45034C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992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89BDD-666D-4D90-B008-B9253D1E0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CA59A-AECE-48A9-B3F2-B83D6D804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C44905-E0EE-4EAB-A5E1-3BE46780F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C1777E-A6A4-4C22-AFC5-5DD09F83C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0933EB-15D5-40EB-B67C-60CD8A7D2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32CD83-5A07-4DD8-8E75-6957DAC8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7D7895B-FF29-4740-BB90-341A818C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50442-7197-454E-9C40-4473A244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945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53DE1-563B-4DE3-B170-619FD68F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5848C2-CB03-4512-AEFD-D3D2FB13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EE5A88-F48C-45C6-83C6-61DF044EB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11DD9E-DCD7-42F8-A73F-95151006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65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B97750-2C1D-483B-8CBC-5C642E6A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DA4941-6561-4B9D-ADD5-7E3B810F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1610B7-1BC5-4FEB-AF76-6C76ECD0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33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CC889-753D-4A19-9E60-FD1EEA5D8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A1D1DA-4402-46CD-A0FB-032868B6B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A91335-7870-44E9-9F24-01E4BA72D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1AA4BB-B191-4552-BA5A-4D2D23193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1C3698-57D1-415A-8878-627D126F1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5493F6-A75C-4D79-8929-159658DB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543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BE792-722D-4EB1-A2BC-A6BC2257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1E34BF1-8F37-42E3-8724-BEB4239EEA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664A03-7BEE-465D-A9AC-4DFD9F6E6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4816F-D2A8-43E4-B607-CAA1A231B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125A18-3D36-40AF-B24F-CCDA9A66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E5E262-AE80-4862-90BE-881714F6F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8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F25D5-082D-471C-A0DC-F20DB14F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A17184-2585-45C5-A797-151A2EEF4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10CB6D-380C-4A4B-9B1C-6D038F1AF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FE8CF-3667-48A0-AE90-B6BCBFCE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640637-F0B8-4EC3-948F-715109156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35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6FE49F-4BBE-4A72-8AB6-68825295A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91ED96-1AC7-47B8-AFCA-823823062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FD0A32-89FA-4A7B-AC9A-A086982A6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AF7F15-650B-4803-87D2-7E87D0DD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467354-D2AC-4730-9A2D-33B224F4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457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DFC224B-573E-4B82-88C1-944481D09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6EA6BE-36D2-4FAE-AC8C-B00903608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3EDBB8-4568-4182-9E37-32FBB4E983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7B9B6-7EB3-4E1B-ACA1-A6EBF47F244A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F870D1-2D3E-444C-9247-3BAD8CFF2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4DD23A-D25B-4F52-A201-46D7086B0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24DF0-258A-4E4C-A118-4A40CCDE4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393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7132D-7D2E-461D-83EE-F073ECD45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282" y="181069"/>
            <a:ext cx="11089342" cy="814013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Exercícios de Revisão – Listas, Filas e Pilhas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C91A17-0491-4C70-BD3F-20F0B08F06C9}"/>
              </a:ext>
            </a:extLst>
          </p:cNvPr>
          <p:cNvSpPr txBox="1"/>
          <p:nvPr/>
        </p:nvSpPr>
        <p:spPr>
          <a:xfrm>
            <a:off x="582703" y="1648216"/>
            <a:ext cx="106724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pt-BR" sz="2400" dirty="0"/>
              <a:t>Utilizando a linguagem PYTHON, crie 2 listas: uma lista com  nomes dos clientes de um banco (João, Maria, etc...) e outra lista com saldo da conta em reais(R$) correspondentes ao cliente (1350, 3240, etc... ), e usando estruturas de repetição mostre os  dados da seguinte forma:</a:t>
            </a:r>
          </a:p>
          <a:p>
            <a:pPr marL="342900" indent="-342900">
              <a:buAutoNum type="arabicParenR"/>
            </a:pPr>
            <a:endParaRPr lang="pt-BR" sz="2400" dirty="0"/>
          </a:p>
          <a:p>
            <a:r>
              <a:rPr lang="pt-BR" sz="2400" b="1" dirty="0"/>
              <a:t>Nome Cliente		Saldo Conta R$</a:t>
            </a:r>
          </a:p>
          <a:p>
            <a:r>
              <a:rPr lang="pt-BR" sz="2400" dirty="0"/>
              <a:t>João			1350,00</a:t>
            </a:r>
          </a:p>
          <a:p>
            <a:r>
              <a:rPr lang="pt-BR" sz="2400" dirty="0"/>
              <a:t>Maria			3240,00</a:t>
            </a:r>
          </a:p>
          <a:p>
            <a:r>
              <a:rPr lang="pt-BR" sz="2400" dirty="0"/>
              <a:t>Etc.</a:t>
            </a:r>
          </a:p>
          <a:p>
            <a:endParaRPr lang="pt-BR" sz="2400" dirty="0"/>
          </a:p>
          <a:p>
            <a:r>
              <a:rPr lang="pt-BR" sz="2400" dirty="0"/>
              <a:t>Mostrar também nome dos clientes com </a:t>
            </a:r>
            <a:r>
              <a:rPr lang="pt-BR" sz="2400" b="1" dirty="0"/>
              <a:t>maior</a:t>
            </a:r>
            <a:r>
              <a:rPr lang="pt-BR" sz="2400" dirty="0"/>
              <a:t> e </a:t>
            </a:r>
            <a:r>
              <a:rPr lang="pt-BR" sz="2400" b="1" dirty="0"/>
              <a:t>menor</a:t>
            </a:r>
            <a:r>
              <a:rPr lang="pt-BR" sz="2400" dirty="0"/>
              <a:t> saldo da conta.</a:t>
            </a:r>
          </a:p>
          <a:p>
            <a:pPr marL="342900" indent="-342900">
              <a:buAutoNum type="arabicParenR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81009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D7289A9A-A881-40F0-9675-F6B383C0E546}"/>
              </a:ext>
            </a:extLst>
          </p:cNvPr>
          <p:cNvSpPr txBox="1"/>
          <p:nvPr/>
        </p:nvSpPr>
        <p:spPr>
          <a:xfrm>
            <a:off x="528914" y="1703420"/>
            <a:ext cx="106724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/>
              <a:t>2) </a:t>
            </a:r>
            <a:r>
              <a:rPr lang="pt-BR" sz="2000" b="0" i="0" dirty="0">
                <a:effectLst/>
                <a:latin typeface="Arial" panose="020B0604020202020204" pitchFamily="34" charset="0"/>
              </a:rPr>
              <a:t>Faça um Programa Python que </a:t>
            </a:r>
            <a:r>
              <a:rPr lang="pt-BR" sz="2200" dirty="0"/>
              <a:t>crie 3 listas: uma lista com  nomes de frutas (laranja, banana, etc...) e outra lista com quantidade em estoque correspondente as frutas (35,20, etc.) e uma terceira lista correspondendo o preço do quilo da fruta (4.25,  3,75, etc.) usando estruturas de repetição mostre os  dados da seguinte forma:</a:t>
            </a:r>
          </a:p>
          <a:p>
            <a:pPr marL="342900" indent="-342900">
              <a:buAutoNum type="arabicParenR"/>
            </a:pPr>
            <a:endParaRPr lang="pt-BR" sz="2200" dirty="0"/>
          </a:p>
          <a:p>
            <a:r>
              <a:rPr lang="pt-BR" sz="2200" b="1" dirty="0"/>
              <a:t>Fruta		Qtde Estoque		Preço Kg</a:t>
            </a:r>
          </a:p>
          <a:p>
            <a:r>
              <a:rPr lang="pt-BR" sz="2200" dirty="0"/>
              <a:t>Laranja		35			4.25</a:t>
            </a:r>
          </a:p>
          <a:p>
            <a:r>
              <a:rPr lang="pt-BR" sz="2200" dirty="0"/>
              <a:t>Banana		20			3.75</a:t>
            </a:r>
          </a:p>
          <a:p>
            <a:r>
              <a:rPr lang="pt-BR" sz="2200" dirty="0"/>
              <a:t>Etc.</a:t>
            </a:r>
          </a:p>
          <a:p>
            <a:pPr marL="342900" indent="-342900">
              <a:buAutoNum type="arabicParenR"/>
            </a:pPr>
            <a:endParaRPr lang="pt-BR" sz="2200" dirty="0"/>
          </a:p>
          <a:p>
            <a:r>
              <a:rPr lang="pt-BR" sz="2200" dirty="0"/>
              <a:t>Mostrar também as frutas com </a:t>
            </a:r>
            <a:r>
              <a:rPr lang="pt-BR" sz="2200" b="1" dirty="0"/>
              <a:t>maior</a:t>
            </a:r>
            <a:r>
              <a:rPr lang="pt-BR" sz="2200" dirty="0"/>
              <a:t> e </a:t>
            </a:r>
            <a:r>
              <a:rPr lang="pt-BR" sz="2200" b="1" dirty="0"/>
              <a:t>menor</a:t>
            </a:r>
            <a:r>
              <a:rPr lang="pt-BR" sz="2200" dirty="0"/>
              <a:t> quantidade em estoque.</a:t>
            </a:r>
          </a:p>
          <a:p>
            <a:r>
              <a:rPr lang="pt-BR" sz="2400" dirty="0"/>
              <a:t>Mostrar a soma total das quantidades das frutas.</a:t>
            </a:r>
          </a:p>
          <a:p>
            <a:endParaRPr lang="pt-BR" sz="22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39E3F54-C8E1-4D50-B97C-4ADFD900D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282" y="181069"/>
            <a:ext cx="11089342" cy="814013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Exercícios de Revisão – Listas, Filas e Pilhas</a:t>
            </a:r>
          </a:p>
        </p:txBody>
      </p:sp>
    </p:spTree>
    <p:extLst>
      <p:ext uri="{BB962C8B-B14F-4D97-AF65-F5344CB8AC3E}">
        <p14:creationId xmlns:p14="http://schemas.microsoft.com/office/powerpoint/2010/main" val="2768805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D7289A9A-A881-40F0-9675-F6B383C0E546}"/>
              </a:ext>
            </a:extLst>
          </p:cNvPr>
          <p:cNvSpPr txBox="1"/>
          <p:nvPr/>
        </p:nvSpPr>
        <p:spPr>
          <a:xfrm>
            <a:off x="528914" y="1703420"/>
            <a:ext cx="1087419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/>
              <a:t>3) </a:t>
            </a:r>
            <a:r>
              <a:rPr lang="pt-BR" sz="2000" b="0" i="0" dirty="0">
                <a:effectLst/>
                <a:latin typeface="Arial" panose="020B0604020202020204" pitchFamily="34" charset="0"/>
              </a:rPr>
              <a:t>Faça um Programa Python que </a:t>
            </a:r>
            <a:r>
              <a:rPr lang="pt-BR" sz="2200" dirty="0"/>
              <a:t>crie 2 listas: uma lista com  modelos de veículos (fiat palio, </a:t>
            </a:r>
            <a:r>
              <a:rPr lang="pt-BR" sz="2200" dirty="0" err="1"/>
              <a:t>ford</a:t>
            </a:r>
            <a:r>
              <a:rPr lang="pt-BR" sz="2200" dirty="0"/>
              <a:t> </a:t>
            </a:r>
            <a:r>
              <a:rPr lang="pt-BR" sz="2200" dirty="0" err="1"/>
              <a:t>fiesta</a:t>
            </a:r>
            <a:r>
              <a:rPr lang="pt-BR" sz="2200" dirty="0"/>
              <a:t>, etc...) e outra lista com o ano correspondente aos veículos (2020, 2021, etc.) usando estruturas de repetição mostre os  dados da seguinte forma:</a:t>
            </a:r>
          </a:p>
          <a:p>
            <a:pPr marL="342900" indent="-342900">
              <a:buAutoNum type="arabicParenR"/>
            </a:pPr>
            <a:endParaRPr lang="pt-BR" sz="2200" dirty="0"/>
          </a:p>
          <a:p>
            <a:r>
              <a:rPr lang="pt-BR" sz="2200" b="1" dirty="0"/>
              <a:t>Veículo		Ano</a:t>
            </a:r>
          </a:p>
          <a:p>
            <a:r>
              <a:rPr lang="pt-BR" sz="2200" dirty="0"/>
              <a:t>Fiat Palio	2020</a:t>
            </a:r>
          </a:p>
          <a:p>
            <a:r>
              <a:rPr lang="pt-BR" sz="2200" dirty="0"/>
              <a:t>Ford Fiesta	2021</a:t>
            </a:r>
          </a:p>
          <a:p>
            <a:r>
              <a:rPr lang="pt-BR" sz="2200" dirty="0"/>
              <a:t>Etc.</a:t>
            </a:r>
          </a:p>
          <a:p>
            <a:pPr marL="342900" indent="-342900">
              <a:buAutoNum type="arabicParenR"/>
            </a:pPr>
            <a:endParaRPr lang="pt-BR" sz="2200" dirty="0"/>
          </a:p>
          <a:p>
            <a:endParaRPr lang="pt-BR" sz="2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71DC89-3AAB-4C65-B642-D93564FA225B}"/>
              </a:ext>
            </a:extLst>
          </p:cNvPr>
          <p:cNvSpPr txBox="1"/>
          <p:nvPr/>
        </p:nvSpPr>
        <p:spPr>
          <a:xfrm>
            <a:off x="528914" y="5196683"/>
            <a:ext cx="100673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Mostrar também os veículos com </a:t>
            </a:r>
            <a:r>
              <a:rPr lang="pt-BR" sz="2400" b="1" dirty="0"/>
              <a:t>maior</a:t>
            </a:r>
            <a:r>
              <a:rPr lang="pt-BR" sz="2400" dirty="0"/>
              <a:t> e </a:t>
            </a:r>
            <a:r>
              <a:rPr lang="pt-BR" sz="2400" b="1" dirty="0"/>
              <a:t>menor</a:t>
            </a:r>
            <a:r>
              <a:rPr lang="pt-BR" sz="2400" dirty="0"/>
              <a:t> ano.</a:t>
            </a:r>
          </a:p>
          <a:p>
            <a:r>
              <a:rPr lang="pt-BR" sz="2400" dirty="0"/>
              <a:t>Mostrar o </a:t>
            </a:r>
            <a:r>
              <a:rPr lang="pt-BR" sz="2400" b="1" dirty="0"/>
              <a:t>primeiro</a:t>
            </a:r>
            <a:r>
              <a:rPr lang="pt-BR" sz="2400" dirty="0"/>
              <a:t> e </a:t>
            </a:r>
            <a:r>
              <a:rPr lang="pt-BR" sz="2400" b="1" dirty="0"/>
              <a:t>último</a:t>
            </a:r>
            <a:r>
              <a:rPr lang="pt-BR" sz="2400" dirty="0"/>
              <a:t> veículo cadastrado.</a:t>
            </a:r>
          </a:p>
          <a:p>
            <a:r>
              <a:rPr lang="pt-BR" sz="2400" dirty="0"/>
              <a:t>Mostrar a quantidade de veículos cadastrados.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21D81A4-0ED7-4600-9484-45E748C8F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282" y="181069"/>
            <a:ext cx="11089342" cy="814013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Exercícios de Revisão – Listas, Filas e Pilhas</a:t>
            </a:r>
          </a:p>
        </p:txBody>
      </p:sp>
    </p:spTree>
    <p:extLst>
      <p:ext uri="{BB962C8B-B14F-4D97-AF65-F5344CB8AC3E}">
        <p14:creationId xmlns:p14="http://schemas.microsoft.com/office/powerpoint/2010/main" val="640740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B6217C88-E94B-4DBC-BAFB-DAFA305865E1}"/>
              </a:ext>
            </a:extLst>
          </p:cNvPr>
          <p:cNvSpPr txBox="1"/>
          <p:nvPr/>
        </p:nvSpPr>
        <p:spPr>
          <a:xfrm>
            <a:off x="690282" y="1653169"/>
            <a:ext cx="106052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rial" panose="020B0604020202020204" pitchFamily="34" charset="0"/>
              </a:rPr>
              <a:t>4) </a:t>
            </a:r>
            <a:r>
              <a:rPr lang="pt-BR" sz="2000" b="0" i="0" dirty="0">
                <a:effectLst/>
                <a:latin typeface="Arial" panose="020B0604020202020204" pitchFamily="34" charset="0"/>
              </a:rPr>
              <a:t>Faça um Programa Python que leia uma frase (caracteres), e diga quantas vogais e consoantes foram lidas. Mostre a lista ao final.</a:t>
            </a:r>
          </a:p>
          <a:p>
            <a:pPr algn="just"/>
            <a:endParaRPr lang="pt-BR" sz="2000" b="0" i="0" dirty="0">
              <a:effectLst/>
              <a:latin typeface="Arial" panose="020B0604020202020204" pitchFamily="34" charset="0"/>
            </a:endParaRPr>
          </a:p>
          <a:p>
            <a:pPr algn="just"/>
            <a:endParaRPr lang="pt-BR" sz="2000" b="0" i="0" dirty="0">
              <a:effectLst/>
              <a:latin typeface="Arial" panose="020B0604020202020204" pitchFamily="34" charset="0"/>
            </a:endParaRPr>
          </a:p>
          <a:p>
            <a:pPr algn="just"/>
            <a:r>
              <a:rPr lang="pt-BR" sz="2000" b="0" i="0" dirty="0">
                <a:effectLst/>
                <a:latin typeface="Arial" panose="020B0604020202020204" pitchFamily="34" charset="0"/>
              </a:rPr>
              <a:t>5) Faça um Programa Python que leia uma sequencia de números inteiros e armazene-os numa lista. Armazene os números pares na lista PAR e os números impares na lista IMPAR. Imprima ao final as listas armazenadas.</a:t>
            </a:r>
          </a:p>
          <a:p>
            <a:pPr algn="just"/>
            <a:endParaRPr lang="pt-BR" sz="2000" dirty="0">
              <a:latin typeface="Arial" panose="020B0604020202020204" pitchFamily="34" charset="0"/>
            </a:endParaRPr>
          </a:p>
          <a:p>
            <a:pPr algn="just"/>
            <a:endParaRPr lang="pt-BR" sz="2000" b="0" i="0" dirty="0">
              <a:effectLst/>
              <a:latin typeface="Arial" panose="020B0604020202020204" pitchFamily="34" charset="0"/>
            </a:endParaRPr>
          </a:p>
          <a:p>
            <a:pPr algn="just"/>
            <a:r>
              <a:rPr lang="pt-BR" sz="2000" b="0" i="0" dirty="0">
                <a:effectLst/>
                <a:latin typeface="Arial" panose="020B0604020202020204" pitchFamily="34" charset="0"/>
              </a:rPr>
              <a:t>6) Faça um Programa Python que leia a idade das pessoas, armazene  a informação na sua respectiva lista. Mostre ao final a lista das idades na ordem menor para maior.</a:t>
            </a:r>
          </a:p>
          <a:p>
            <a:pPr algn="just"/>
            <a:endParaRPr lang="pt-BR" sz="2000" dirty="0">
              <a:latin typeface="Arial" panose="020B0604020202020204" pitchFamily="34" charset="0"/>
            </a:endParaRPr>
          </a:p>
          <a:p>
            <a:pPr algn="just"/>
            <a:r>
              <a:rPr lang="pt-BR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Postar resolução dos exercícios no PORTAL ALUNO (aula 12)</a:t>
            </a:r>
          </a:p>
          <a:p>
            <a:pPr algn="just"/>
            <a:endParaRPr lang="pt-BR" sz="200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5D7CC4A-8A1A-461A-814B-9BFE962BF24F}"/>
              </a:ext>
            </a:extLst>
          </p:cNvPr>
          <p:cNvSpPr txBox="1">
            <a:spLocks/>
          </p:cNvSpPr>
          <p:nvPr/>
        </p:nvSpPr>
        <p:spPr>
          <a:xfrm>
            <a:off x="690282" y="181069"/>
            <a:ext cx="11089342" cy="814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800"/>
              <a:t>Exercícios de Revisão – Listas, Filas e Pilhas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0570527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450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Exercícios de Revisão – Listas, Filas e Pilhas</vt:lpstr>
      <vt:lpstr>Exercícios de Revisão – Listas, Filas e Pilhas</vt:lpstr>
      <vt:lpstr>Exercícios de Revisão – Listas, Filas e Pilhas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Exercícios de Revisão – Listas e Pilhas</dc:title>
  <dc:creator>Cristiane Pavei Fernandes</dc:creator>
  <cp:lastModifiedBy>Mariane Joaquim Melo</cp:lastModifiedBy>
  <cp:revision>11</cp:revision>
  <dcterms:created xsi:type="dcterms:W3CDTF">2024-05-06T18:21:43Z</dcterms:created>
  <dcterms:modified xsi:type="dcterms:W3CDTF">2024-05-06T20:09:45Z</dcterms:modified>
</cp:coreProperties>
</file>