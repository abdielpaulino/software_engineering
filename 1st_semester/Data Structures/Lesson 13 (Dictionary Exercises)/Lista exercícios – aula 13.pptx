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64" r:id="rId3"/>
    <p:sldId id="465" r:id="rId4"/>
    <p:sldId id="466" r:id="rId5"/>
    <p:sldId id="46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3EB69-4300-DF77-22E8-167260764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F47615-D519-602C-502A-5DAA54666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947CC-87B7-EDFF-6079-1D04337C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262322-9FBE-B382-FA0D-5BD0DD79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EDC7B8-693A-6DCC-BE62-C12B75D5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36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3099E-8F5B-6191-8D9D-B32F4573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3CBADB-9014-BD82-12A8-FAA9D816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B3E393-536F-062E-49A5-219CDFA7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847E3B-6897-5A10-2638-5D3FA553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B0E68B-88B2-D149-0D63-ECD84892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18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70BAC-8E60-0A7F-E571-9CF4484A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E7EFC-A121-F415-D56D-D4B8CEEB1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18B4AD-CE38-7D9A-0BD9-27FBAFC6E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FA0A47-6860-EA1C-FCB8-7CF2D048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24505-66DD-1105-521D-70F39E5F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981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8EDD4-7714-2B7B-0087-63576832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6BB64-D0A4-F0A3-EC51-0CE11A478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83EB1F-4511-2CB6-CA91-55FCDAF11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198DD8-2057-8E65-7483-5C068B0D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182002-B167-C5EF-7AC6-34ED360B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DDDC03-A443-B75B-B34E-4368EC92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32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75496A-4EE0-1335-B5B9-143632D36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36ACC9-CA0A-E573-FEF9-AA4B51102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0F86AD-E020-C7E9-0A99-8C3D35DBE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A3E2CD-A021-BA48-DCB2-42A2CB1DE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8C140A-8543-C6FD-087B-E8A0310A8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3CECF5-6091-870E-FADB-A036D6A4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E691BF4-BAD1-5644-7F14-026790A1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6887DC-60EB-2089-6529-FBFFEA48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22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14D31-50AB-58B5-2E69-C8B160D77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B115D94-343F-2616-6A77-A0FB0CD1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D04AAF-7EC5-C35B-CCAD-F0DE1059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0A28D0-5D09-38D7-366B-D84AE9BD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947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BC26FD-FA23-21B4-BAAE-F25044E2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49E4DF-CF36-7CF5-9644-2FAEDD75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7675ED-E73E-8BE9-9F58-0DB6B62A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05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2CA7E-8F9F-6DB6-27F6-DAED1A0D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A62BDE-22A8-0827-D148-EDC28904C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29CBA3-EB87-C80F-11F8-7FC71DFD4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E9EF44-F144-B9D9-A841-5AC5084B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C08569-7B8F-02B7-EC06-B49A8968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013627-639E-3A92-EB2A-8572C193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30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5E53E-6B76-E667-9B7E-3ED674B4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42E817-011D-1571-D29F-31F16A617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94D1F8-562F-766F-AE72-8DDF41909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50DF53-349D-FE25-1A72-3FAE10700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58764B-8174-9080-4DAC-825E4A2C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247833-D29B-836C-5578-10D3DBDD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53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F74DF-7C01-208D-4887-84153DC0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BD16BA-7A1A-82A8-F3B1-2289E0A87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062B75-4905-7546-47CF-7EA2910E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B34A89-053B-7B29-82D9-0E77CEF1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DD25FE-977C-286D-FC9E-3ED4E8FF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7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95B8F0-485D-D6B1-F33A-D43AD37C2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30859A-E216-42BF-6A59-1D2204697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E66F3-342D-9E7B-EA39-B501FE8C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BD927A-79E8-4C25-E4FC-CC46DADA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322BAD-36F3-EB8F-CD37-9C50F6DF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84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9D3883-B079-186C-342E-248205F5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54D143-69B3-CB90-6CCA-CC1729665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A1E473-96F3-FAE5-148A-8B1648612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70783-98C5-47A7-9685-BD8DC13C9784}" type="datetimeFigureOut">
              <a:rPr lang="pt-BR" smtClean="0"/>
              <a:t>13/05/2024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CF1747-99DE-4683-7D5D-332A9F1A6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6BDA4-28EA-B2CB-6669-04AB7899D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83E0E-1EA6-49B5-A30B-BE7A1F09A8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89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18350-5459-22BB-3A3E-2A3C949E7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exercícios – aula 13</a:t>
            </a:r>
          </a:p>
        </p:txBody>
      </p:sp>
    </p:spTree>
    <p:extLst>
      <p:ext uri="{BB962C8B-B14F-4D97-AF65-F5344CB8AC3E}">
        <p14:creationId xmlns:p14="http://schemas.microsoft.com/office/powerpoint/2010/main" val="177390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132491A-C8DB-4AC9-8AF1-41D5C714A7B5}" type="slidenum">
              <a:rPr lang="pt-BR" smtClean="0"/>
              <a:pPr algn="r"/>
              <a:t>2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448781" y="689463"/>
            <a:ext cx="115455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1) Crie um Dicionário com os nomes de séries de TV seguindo o exemplo:</a:t>
            </a:r>
          </a:p>
          <a:p>
            <a:endParaRPr lang="en-US" sz="2400" dirty="0"/>
          </a:p>
          <a:p>
            <a:r>
              <a:rPr lang="en-US" sz="2400" dirty="0"/>
              <a:t>series = ("Black Mirror", "Breaking Bad", "Friends", "Game of Thrones", </a:t>
            </a:r>
          </a:p>
          <a:p>
            <a:r>
              <a:rPr lang="en-US" sz="2400" dirty="0"/>
              <a:t>                "The Big Bang Theory”, “House”,  “The Last of Us”, “One Piece”,</a:t>
            </a:r>
          </a:p>
          <a:p>
            <a:r>
              <a:rPr lang="en-US" sz="2400" dirty="0"/>
              <a:t>                “</a:t>
            </a:r>
            <a:r>
              <a:rPr lang="pt-BR" sz="2400" b="0" i="0" dirty="0" err="1">
                <a:solidFill>
                  <a:srgbClr val="202124"/>
                </a:solidFill>
                <a:effectLst/>
                <a:latin typeface="Google Sans"/>
              </a:rPr>
              <a:t>Grey's</a:t>
            </a:r>
            <a:r>
              <a:rPr lang="pt-BR" sz="2400" b="0" i="0" dirty="0">
                <a:solidFill>
                  <a:srgbClr val="202124"/>
                </a:solidFill>
                <a:effectLst/>
                <a:latin typeface="Google Sans"/>
              </a:rPr>
              <a:t> </a:t>
            </a:r>
            <a:r>
              <a:rPr lang="pt-BR" sz="2400" b="0" i="0" dirty="0" err="1">
                <a:solidFill>
                  <a:srgbClr val="202124"/>
                </a:solidFill>
                <a:effectLst/>
                <a:latin typeface="Google Sans"/>
              </a:rPr>
              <a:t>Anatomy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”, “</a:t>
            </a:r>
            <a:r>
              <a:rPr lang="pt-BR" sz="2400" i="0" u="none" strike="noStrike" dirty="0">
                <a:effectLst/>
                <a:latin typeface="Google Sans"/>
              </a:rPr>
              <a:t>Stranger </a:t>
            </a:r>
            <a:r>
              <a:rPr lang="pt-BR" sz="2400" i="0" u="none" strike="noStrike" dirty="0" err="1">
                <a:effectLst/>
                <a:latin typeface="Google Sans"/>
              </a:rPr>
              <a:t>Things</a:t>
            </a:r>
            <a:r>
              <a:rPr lang="pt-BR" sz="2400" u="none" strike="noStrike" dirty="0">
                <a:latin typeface="Google Sans"/>
              </a:rPr>
              <a:t>”</a:t>
            </a:r>
            <a:r>
              <a:rPr lang="en-US" sz="2400" dirty="0">
                <a:latin typeface="Google Sans"/>
              </a:rPr>
              <a:t> )</a:t>
            </a:r>
            <a:endParaRPr lang="en-US" sz="2400" dirty="0"/>
          </a:p>
          <a:p>
            <a:endParaRPr lang="en-US" sz="2400" dirty="0"/>
          </a:p>
          <a:p>
            <a:r>
              <a:rPr lang="pt-BR" sz="2400" dirty="0"/>
              <a:t>Agora, inclua uma nova série no final da lista </a:t>
            </a:r>
          </a:p>
          <a:p>
            <a:r>
              <a:rPr lang="pt-BR" sz="2400" dirty="0"/>
              <a:t>Mostre em qual posição está a série  “</a:t>
            </a:r>
            <a:r>
              <a:rPr lang="pt-BR" sz="2400" dirty="0" err="1"/>
              <a:t>One</a:t>
            </a:r>
            <a:r>
              <a:rPr lang="pt-BR" sz="2400" dirty="0"/>
              <a:t> Piece”. </a:t>
            </a:r>
          </a:p>
          <a:p>
            <a:pPr algn="just"/>
            <a:r>
              <a:rPr lang="pt-BR" sz="2400" dirty="0"/>
              <a:t>Infelizmente a série “</a:t>
            </a:r>
            <a:r>
              <a:rPr lang="pt-BR" sz="2400" dirty="0" err="1"/>
              <a:t>House</a:t>
            </a:r>
            <a:r>
              <a:rPr lang="pt-BR" sz="2400" dirty="0"/>
              <a:t>” não fazem mais parte da lista e deve ser removida.</a:t>
            </a:r>
          </a:p>
          <a:p>
            <a:r>
              <a:rPr lang="pt-BR" sz="2400" dirty="0"/>
              <a:t>Ao final, mostre a lista completa de séries.</a:t>
            </a:r>
          </a:p>
        </p:txBody>
      </p:sp>
    </p:spTree>
    <p:extLst>
      <p:ext uri="{BB962C8B-B14F-4D97-AF65-F5344CB8AC3E}">
        <p14:creationId xmlns:p14="http://schemas.microsoft.com/office/powerpoint/2010/main" val="367398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132491A-C8DB-4AC9-8AF1-41D5C714A7B5}" type="slidenum">
              <a:rPr lang="pt-BR" smtClean="0"/>
              <a:pPr algn="r"/>
              <a:t>3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292379" y="935078"/>
            <a:ext cx="116072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2) Crie um dicionário com os nomes dos estados do Brasil e sua respectiva capital, seguindo o exemplo:</a:t>
            </a:r>
          </a:p>
          <a:p>
            <a:endParaRPr lang="en-US" sz="2400" dirty="0"/>
          </a:p>
          <a:p>
            <a:r>
              <a:rPr lang="en-US" sz="2400" dirty="0"/>
              <a:t>estados = {</a:t>
            </a:r>
            <a:r>
              <a:rPr lang="en-US" sz="2200" dirty="0">
                <a:latin typeface="Google Sans"/>
              </a:rPr>
              <a:t>“Acre” : “Capital Rio Branco”, 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Alagoas” :  “Capital Maceió”, </a:t>
            </a:r>
          </a:p>
          <a:p>
            <a:r>
              <a:rPr lang="pt-BR" sz="2200" dirty="0">
                <a:solidFill>
                  <a:srgbClr val="202124"/>
                </a:solidFill>
                <a:latin typeface="Google Sans"/>
              </a:rPr>
              <a:t>                    “Amazonas”: “Capital Manaus”,  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“Bahia” : “Capital Salvador”, </a:t>
            </a:r>
          </a:p>
          <a:p>
            <a:r>
              <a:rPr lang="en-US" sz="2200" dirty="0">
                <a:latin typeface="Google Sans"/>
              </a:rPr>
              <a:t>                    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“Distrito Federal” : “Capital Brasília”, </a:t>
            </a:r>
            <a:r>
              <a:rPr lang="en-US" sz="2200" dirty="0">
                <a:latin typeface="Google Sans"/>
              </a:rPr>
              <a:t> “Santa Catarina” : “Capital Florianópolis”, </a:t>
            </a:r>
          </a:p>
          <a:p>
            <a:r>
              <a:rPr lang="en-US" sz="2200" dirty="0">
                <a:latin typeface="Google Sans"/>
              </a:rPr>
              <a:t>                   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Rio Grande do Sul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“Capital </a:t>
            </a:r>
            <a:r>
              <a:rPr lang="pt-BR" sz="2200" i="0" u="none" strike="noStrike" dirty="0">
                <a:effectLst/>
                <a:latin typeface="Google Sans"/>
              </a:rPr>
              <a:t>Porto Alegre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en-US" sz="2200" dirty="0">
                <a:latin typeface="Google Sans"/>
              </a:rPr>
              <a:t>                    </a:t>
            </a:r>
            <a:r>
              <a:rPr lang="en-US" sz="2200" dirty="0"/>
              <a:t>“Paraná” : “Capital Curitiba”,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São Paulo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“Capital </a:t>
            </a:r>
            <a:r>
              <a:rPr lang="pt-BR" sz="2200" i="0" u="none" strike="noStrike" dirty="0">
                <a:effectLst/>
                <a:latin typeface="Google Sans"/>
              </a:rPr>
              <a:t>São Paulo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pt-BR" sz="2200" dirty="0">
                <a:latin typeface="Google Sans"/>
              </a:rPr>
              <a:t>                    </a:t>
            </a:r>
            <a:r>
              <a:rPr lang="en-US" sz="2200" dirty="0"/>
              <a:t>“Minas Gerais” : “Cuiabá”, “</a:t>
            </a:r>
            <a:r>
              <a:rPr lang="pt-BR" sz="2200" b="0" i="0" dirty="0">
                <a:solidFill>
                  <a:srgbClr val="202124"/>
                </a:solidFill>
                <a:effectLst/>
                <a:latin typeface="Google Sans"/>
              </a:rPr>
              <a:t>Rio de Janeiro</a:t>
            </a:r>
            <a:r>
              <a:rPr lang="en-US" sz="2200" b="0" i="0" dirty="0">
                <a:solidFill>
                  <a:srgbClr val="202124"/>
                </a:solidFill>
                <a:effectLst/>
                <a:latin typeface="Google Sans"/>
              </a:rPr>
              <a:t>” : “</a:t>
            </a:r>
            <a:r>
              <a:rPr lang="pt-BR" sz="2200" i="0" u="none" strike="noStrike" dirty="0">
                <a:effectLst/>
                <a:latin typeface="Google Sans"/>
              </a:rPr>
              <a:t>Rio de Janeiro</a:t>
            </a:r>
            <a:r>
              <a:rPr lang="pt-BR" sz="2200" u="none" strike="noStrike" dirty="0">
                <a:latin typeface="Google Sans"/>
              </a:rPr>
              <a:t>”,</a:t>
            </a:r>
          </a:p>
          <a:p>
            <a:r>
              <a:rPr lang="pt-BR" sz="2200" dirty="0">
                <a:latin typeface="Google Sans"/>
              </a:rPr>
              <a:t>                    “Tocantins”: “Capital Palmas”}</a:t>
            </a:r>
            <a:endParaRPr lang="pt-BR" sz="2200" u="none" strike="noStrike" dirty="0">
              <a:latin typeface="Google Sans"/>
            </a:endParaRPr>
          </a:p>
          <a:p>
            <a:endParaRPr lang="pt-BR" sz="2400" dirty="0"/>
          </a:p>
          <a:p>
            <a:r>
              <a:rPr lang="pt-BR" sz="2200" dirty="0"/>
              <a:t>Agora, inclua um novo estado e sua capital no final da lista.</a:t>
            </a:r>
          </a:p>
          <a:p>
            <a:r>
              <a:rPr lang="pt-BR" sz="2200" dirty="0"/>
              <a:t>Mostre em qual posição está “Distrito Federal”. </a:t>
            </a:r>
          </a:p>
          <a:p>
            <a:r>
              <a:rPr lang="pt-BR" sz="2200" dirty="0"/>
              <a:t>Altere a capital do estado “Minas Gerais” para “Belo Horizonte”</a:t>
            </a:r>
          </a:p>
          <a:p>
            <a:r>
              <a:rPr lang="pt-BR" sz="2200" dirty="0"/>
              <a:t>Ao final, mostre a lista completa de séries. </a:t>
            </a:r>
          </a:p>
        </p:txBody>
      </p:sp>
    </p:spTree>
    <p:extLst>
      <p:ext uri="{BB962C8B-B14F-4D97-AF65-F5344CB8AC3E}">
        <p14:creationId xmlns:p14="http://schemas.microsoft.com/office/powerpoint/2010/main" val="76867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132491A-C8DB-4AC9-8AF1-41D5C714A7B5}" type="slidenum">
              <a:rPr lang="pt-BR" smtClean="0"/>
              <a:pPr algn="r"/>
              <a:t>4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386638" y="1239878"/>
            <a:ext cx="115455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3) Crie um dicionário com os nomes de times de futebol de SC, seguindo exemplo:</a:t>
            </a:r>
          </a:p>
          <a:p>
            <a:endParaRPr lang="en-US" sz="2400" dirty="0"/>
          </a:p>
          <a:p>
            <a:r>
              <a:rPr lang="en-US" sz="2400" dirty="0"/>
              <a:t>times = {1: “Criciuma”,  2: “Avai”,  3: “</a:t>
            </a:r>
            <a:r>
              <a:rPr lang="pt-BR" sz="2400" dirty="0"/>
              <a:t>Marcilio Dias</a:t>
            </a:r>
            <a:r>
              <a:rPr lang="pt-BR" sz="2400" u="none" strike="noStrike" dirty="0">
                <a:latin typeface="Google Sans"/>
              </a:rPr>
              <a:t>”, 4: “Joinville”, </a:t>
            </a:r>
          </a:p>
          <a:p>
            <a:r>
              <a:rPr lang="pt-BR" sz="2400" dirty="0">
                <a:latin typeface="Google Sans"/>
              </a:rPr>
              <a:t>                5: “Figueirense”,  6: “Chapecoense”,  7: “Brusque”, 8: “Metropolitano”</a:t>
            </a:r>
          </a:p>
          <a:p>
            <a:r>
              <a:rPr lang="pt-BR" sz="2400" dirty="0">
                <a:latin typeface="Google Sans"/>
              </a:rPr>
              <a:t>                9: “Hercílio Luz”, 10: “Inter de Lages”</a:t>
            </a:r>
            <a:r>
              <a:rPr lang="en-US" sz="2400" dirty="0">
                <a:latin typeface="Google Sans"/>
              </a:rPr>
              <a:t> }</a:t>
            </a:r>
            <a:endParaRPr lang="en-US" sz="2400" dirty="0"/>
          </a:p>
          <a:p>
            <a:endParaRPr lang="en-US" sz="2400" dirty="0"/>
          </a:p>
          <a:p>
            <a:r>
              <a:rPr lang="pt-BR" sz="2400" dirty="0"/>
              <a:t>Agora, inclua um novo time no final da lista </a:t>
            </a:r>
          </a:p>
          <a:p>
            <a:r>
              <a:rPr lang="pt-BR" sz="2400" dirty="0"/>
              <a:t>Mostre em qual posição está o time  “Joinville”. </a:t>
            </a:r>
          </a:p>
          <a:p>
            <a:pPr algn="just"/>
            <a:r>
              <a:rPr lang="pt-BR" sz="2400" dirty="0"/>
              <a:t>Infelizmente o time “Avaí” não fazem mais parte da lista e deve ser removida.</a:t>
            </a:r>
          </a:p>
          <a:p>
            <a:r>
              <a:rPr lang="pt-BR" sz="2400" dirty="0"/>
              <a:t>Ao final, mostre a lista completa de times.</a:t>
            </a:r>
          </a:p>
        </p:txBody>
      </p:sp>
    </p:spTree>
    <p:extLst>
      <p:ext uri="{BB962C8B-B14F-4D97-AF65-F5344CB8AC3E}">
        <p14:creationId xmlns:p14="http://schemas.microsoft.com/office/powerpoint/2010/main" val="21312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48CD7-393D-490A-ADB8-2B867DF04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defPPr>
              <a:defRPr lang="pt-BR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132491A-C8DB-4AC9-8AF1-41D5C714A7B5}" type="slidenum">
              <a:rPr lang="pt-BR" smtClean="0"/>
              <a:pPr algn="r"/>
              <a:t>5</a:t>
            </a:fld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FC0086-CE03-4B2C-BC44-DCF9296DB06F}"/>
              </a:ext>
            </a:extLst>
          </p:cNvPr>
          <p:cNvSpPr txBox="1"/>
          <p:nvPr/>
        </p:nvSpPr>
        <p:spPr>
          <a:xfrm>
            <a:off x="386638" y="1239878"/>
            <a:ext cx="1154553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4) Crie um dicionário com os nomes de atletas famosos, </a:t>
            </a:r>
            <a:r>
              <a:rPr lang="pt-BR" sz="2400"/>
              <a:t>seguindo exemplo:</a:t>
            </a:r>
            <a:endParaRPr lang="pt-BR" sz="2400" dirty="0"/>
          </a:p>
          <a:p>
            <a:endParaRPr lang="en-US" sz="2400" dirty="0"/>
          </a:p>
          <a:p>
            <a:r>
              <a:rPr lang="en-US" sz="2400" dirty="0" err="1"/>
              <a:t>atletas</a:t>
            </a:r>
            <a:r>
              <a:rPr lang="en-US" sz="2400" dirty="0"/>
              <a:t> = { “Cristiano Ronaldo” : “Futebol”,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LeBron James” : “Basquete”,</a:t>
            </a:r>
          </a:p>
          <a:p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                    “Lionel Messi” : “Futebol”, “Neymar” : “Futebol”,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Conor McGregor” : “MMA”, “Roger Federer” : “Tênis”,</a:t>
            </a:r>
          </a:p>
          <a:p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                     “Rafael Nadal” : “Tênis”,  “Stephen Curry” : “Basquete”,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Tiger Woods” : “Golfe”,  “Kevin Durant” : “Basquete”,</a:t>
            </a:r>
          </a:p>
          <a:p>
            <a:r>
              <a:rPr lang="pt-BR" sz="2400" dirty="0">
                <a:solidFill>
                  <a:srgbClr val="1D1E1F"/>
                </a:solidFill>
                <a:latin typeface="-apple-system"/>
              </a:rPr>
              <a:t>                      “</a:t>
            </a:r>
            <a:r>
              <a:rPr lang="pt-BR" sz="2400" i="0" dirty="0">
                <a:solidFill>
                  <a:srgbClr val="1D1E1F"/>
                </a:solidFill>
                <a:effectLst/>
                <a:latin typeface="-apple-system"/>
              </a:rPr>
              <a:t>Lewis Hamilton” : “Fórmula 1”, “Sun Yang” : “Natação” }</a:t>
            </a:r>
          </a:p>
          <a:p>
            <a:endParaRPr lang="en-US" sz="2400" dirty="0"/>
          </a:p>
          <a:p>
            <a:r>
              <a:rPr lang="pt-BR" sz="2400" dirty="0"/>
              <a:t>Agora, inclua um novo atleta no final da lista </a:t>
            </a:r>
          </a:p>
          <a:p>
            <a:r>
              <a:rPr lang="pt-BR" sz="2400" dirty="0"/>
              <a:t>Mostre em qual posição está o atleta  “Roger Federer”. </a:t>
            </a:r>
          </a:p>
          <a:p>
            <a:pPr algn="just"/>
            <a:r>
              <a:rPr lang="pt-BR" sz="2400" dirty="0"/>
              <a:t>Infelizmente o atleta “Tiger Woods” não faz mais parte da lista e deve ser removido.</a:t>
            </a:r>
          </a:p>
          <a:p>
            <a:r>
              <a:rPr lang="pt-BR" sz="2400" dirty="0"/>
              <a:t>Ao final, mostre a lista completa de atletas.</a:t>
            </a:r>
          </a:p>
        </p:txBody>
      </p:sp>
    </p:spTree>
    <p:extLst>
      <p:ext uri="{BB962C8B-B14F-4D97-AF65-F5344CB8AC3E}">
        <p14:creationId xmlns:p14="http://schemas.microsoft.com/office/powerpoint/2010/main" val="2948461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597</Words>
  <Application>Microsoft Office PowerPoint</Application>
  <PresentationFormat>Widescreen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-apple-system</vt:lpstr>
      <vt:lpstr>Aptos</vt:lpstr>
      <vt:lpstr>Aptos Display</vt:lpstr>
      <vt:lpstr>Arial</vt:lpstr>
      <vt:lpstr>Google Sans</vt:lpstr>
      <vt:lpstr>Tema do Office</vt:lpstr>
      <vt:lpstr>Lista exercícios – aula 13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 exercícios – aula 13</dc:title>
  <dc:creator>André Martinello</dc:creator>
  <cp:lastModifiedBy>André Martinello</cp:lastModifiedBy>
  <cp:revision>1</cp:revision>
  <dcterms:created xsi:type="dcterms:W3CDTF">2024-05-13T21:01:08Z</dcterms:created>
  <dcterms:modified xsi:type="dcterms:W3CDTF">2024-05-13T21:03:14Z</dcterms:modified>
</cp:coreProperties>
</file>