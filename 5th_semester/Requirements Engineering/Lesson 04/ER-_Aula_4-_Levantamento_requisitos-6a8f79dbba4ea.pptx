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7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s5L74r/F27Xbz3TpWyBXl0To/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A95FEDF-65C7-44CE-B0F9-9905F7294215}">
  <a:tblStyle styleId="{1A95FEDF-65C7-44CE-B0F9-9905F72942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662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="" xmlns:a16="http://schemas.microsoft.com/office/drawing/2014/main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="" xmlns:a16="http://schemas.microsoft.com/office/drawing/2014/main" id="{E3D630B1-A6DA-42B6-861B-AAD116CC443F}"/>
              </a:ext>
            </a:extLst>
          </p:cNvPr>
          <p:cNvSpPr txBox="1"/>
          <p:nvPr/>
        </p:nvSpPr>
        <p:spPr>
          <a:xfrm>
            <a:off x="2292626" y="1416758"/>
            <a:ext cx="7606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6000" b="1" dirty="0" smtClean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50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"/>
          <p:cNvSpPr txBox="1"/>
          <p:nvPr/>
        </p:nvSpPr>
        <p:spPr>
          <a:xfrm>
            <a:off x="174171" y="4667876"/>
            <a:ext cx="867228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Elicitação de requisitos</a:t>
            </a:r>
            <a:endParaRPr sz="600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3" name="Google Shape;2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pic>
        <p:nvPicPr>
          <p:cNvPr id="204" name="Google Shape;20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65" y="0"/>
            <a:ext cx="57150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70834" y="1270363"/>
            <a:ext cx="626745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o processo colaborativo e analítico de identificação das necessidades dos stakeholders para um sistema de software, que inclui atividades de descoberta, coleta e extração requisitos.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resumo, esta etapa identifica e define de forma detalhada as necessidades que o cliente e usuários esperam sanar com o sistema que será desenvolvido.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é obter informações mais detalhadas sobre o domínio da aplicação, os serviços a serem oferecidos, as restrições a serem aplicadas, etc.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Envolve a participação dos stakeholders;</a:t>
            </a:r>
            <a:endParaRPr/>
          </a:p>
          <a:p>
            <a:pPr marL="0" marR="0" lvl="0" indent="-1524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Utiliza-se técnicas para elicitar os requisitos;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5" descr="Startup Sorocaba - A importância dos requisitos de softwa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4499" y="1370360"/>
            <a:ext cx="8287591" cy="515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Fontes de requisitos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Partes interessadas (stakeholders):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são pessoas ou organizações que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influenciam os requisitos de um sistema. Exemplos: usuários do sistema, desenvolvedores, arquitetos, clientes e testadores.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contêm informações importantes que podem fornecer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requisitos. Exemplos: documentos de padrões, documentos de operações, documentos de domínio, documentos de requisitos e relatórios de erros de sistemas legados.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podem ser sistemas legados, predecessores ou concorrentes.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quatro etapas a serem executadas no processo de elicitação de requisitos, independentemente da técnica utilizada para o levantamento: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Preparação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garante-se que os recursos necessários para a elicitação estejam organizados e disponíveis para sua execução (disponibilidade de stakeholders, viagens, materiais, entre outros). Nesta etapa, os seguintes itens devem ser definidos: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da elicitação: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 dos objetivos de elicitação para todo o projeto e os objetivos para cada atividade de elicitação planejada;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Escopo: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 dos assuntos a serem abordados na elicitação. É importante identificar quais informações são necessárias no momento em que o projeto se encontra, para não desperdiçar recursos.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Público/participantes: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os participantes da elicitação que irão contribuir para o alcance dos objetivos propostos.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identificar os participantes da elicitação pode-se: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Identificar diferentes classes de usuários, podendo agrupá-los por diferentes aspectos, como: (i) a frequência com que usam o sistema, (ii) experiência no negócio e com sistemas computadorizados, (iii) características do sistema que eles usam, (iv) tarefas que eles realizam no apoio a seus processos de negócio e (v) níveis de privilégio de acesso e segurança.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Selecionar indivíduos que representem cada grupo de usuários;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Identificar os responsáveis pelas tomadas de  decisão referentes a requisitos, como estabelecimento de prioridades e resolução de conflitos.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levantamento: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das técnicas a serem utilizadas com diferentes grupos de stakeholders. As técnicas podem ser usadas em conjunto, dependendo do acesso às partes interessadas, restrições de tempo e conhecimento do processo e sistema existentes.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a escolha da técnica de elicitação, alguns fatores podem ser levados em consideração: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nível de detalhe desejado dos requisitos;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nível de comunicação dos stakeholders;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nível de complexidade do sistema;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tipo de informação a ser elicitada;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tempo e orçamento disponíveis;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experiência do analista com uma técnica em particular.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Materiais e dados: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Organização dos documentos e sistemas necessários para a elicitação.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necessários e agenda: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estimativas de tempo necessário para a realização da elicitação e definir todos os recursos necessários para que a elicitação ocorra, como local, materiais visuais, etc.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Identificação de fatores que podem impedir a conclusão da elicitação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conforme planejado. Isso auxilia na análise de como mitigar o risco.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Execução: 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objetivo da execução da elicitação é levantar o máximo de informações possíveis sobre o tema abordado, usando as técnicas selecionadas na preparação.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possível que o stakeholder levante várias necessidades que não estão incluídas no escopo do projeto, portanto deve-se evitar desvios do escopo do projeto já previamente alinhado.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Explique ao stakeholder sobre como irá funcionar a elicitação e, se possível, como você irá revisar e validar as suas anotações com ele.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028671" y="1643050"/>
            <a:ext cx="9931065" cy="496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Documentação: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documentação dos resultados da elicitação tem como objetivos: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Evitar perda de informação; 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Compartilhamento de conhecimento com os membros da equipe; 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Realizar a confirmação junto ao stakeholder sobre o entendimento da necessidade.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 documentos podem ser: atas de reunião, relatórios, registro de áudio ou vídeo, quadros com anotações, entre outros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Pontos a serem documentados: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Pontos centrais discutidos;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Decisões tomadas;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Questões não resolvidas;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Ações acordadas e prazos limites;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Responsáveis pelas ações;</a:t>
            </a:r>
            <a:endParaRPr/>
          </a:p>
          <a:p>
            <a:pPr marL="0" marR="0" lvl="0" indent="-14097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do próximo encontro (se houver).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1028671" y="1643050"/>
            <a:ext cx="9931065" cy="4966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Confirmação: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confirmação garante que o que foi compreendido pelo analista está alinhado com o que foi relatado pela parte interessada.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Quando não há confirmação e a informação levantada na elicitação foi mal entendida, a documentação desta informação estará incorreta, sendo que a mesma será utilizada no processo de análise de requisitos, causando a especificação, modelagem e implementação incorreta de requisitos.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–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Técnicas de levantamento de requisitos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diversas técnicas para serem utilizadas na etapa de levantamento de requisitos. Cada projeto tem características individuais, por isso é importante selecionar as técnicas mais adequadas para cada cenário, sendo comum a utilização de mais de uma técnica para o levantamento de requisitos.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técnicas de elicitação descrevem procedimentos e atividades para realizar a interação com as fontes de requisito e cada técnica oferece uma exploração diferente do requisito.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–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pesquisa tradicionais:</a:t>
            </a: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Buscam obter declarações precisas junto às partes interessadas sobre seus requisitos. Com essas técnicas, o stakeholder expressa seu conhecimento sobre o negócio, geralmente em um processo guiado pelo analista de requisitos.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criatividade/colaboração:</a:t>
            </a: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Buscam desenvolver requisitos inovadores, expressar opiniões, gerar discussões, incentivando a criação. Algumas técnicas podem não elicitar requisitos refinados sobre o comportamento do sistema.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–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centrada em documentos: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Reutilizam soluções e experiências feitas com documentos já existentes. Estas técnicas devem ser combinadas com outras técnicas de elicitação para obter a validade dos requisitos levantados e  para que novos requisitos possam ser identificados.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observação: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São úteis quando os especialistas de negócio não podem investir tempo necessário na elicitação ou não conseguem expressar seus conhecimentos sobre o negócio. O analista de requisitos deve questionar os processos observados para tirar dúvidas e verificar se a situação ocorreu de acordo com o esperado. O analista pode identificar processos ineficientes e sugerir melhorias para estes processos.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–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7"/>
          <p:cNvGraphicFramePr/>
          <p:nvPr/>
        </p:nvGraphicFramePr>
        <p:xfrm>
          <a:off x="1169851" y="1425058"/>
          <a:ext cx="9698450" cy="4729600"/>
        </p:xfrm>
        <a:graphic>
          <a:graphicData uri="http://schemas.openxmlformats.org/drawingml/2006/table">
            <a:tbl>
              <a:tblPr firstRow="1" bandRow="1">
                <a:noFill/>
                <a:tableStyleId>{1A95FEDF-65C7-44CE-B0F9-9905F7294215}</a:tableStyleId>
              </a:tblPr>
              <a:tblGrid>
                <a:gridCol w="4630050"/>
                <a:gridCol w="50684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Tipo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Técnica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/>
                        <a:t>Pesquisa tradicional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Entrevistas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Questionários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/>
                        <a:t>Criatividade/colaboração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Brainstorming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Workshops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JAD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/>
                        <a:t>Centrada em documentos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Análise de documentos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Reuso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/>
                        <a:t>Observação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Observação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Aprendizado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b="1"/>
                        <a:t>Outras técnicas</a:t>
                      </a:r>
                      <a:endParaRPr sz="20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/>
                        <a:t>Cenários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pt-BR" sz="2000"/>
                        <a:t>Prototipação</a:t>
                      </a:r>
                      <a:endParaRPr sz="20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Levantamento - Elicitação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5" name="Google Shape;365;p18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 txBox="1"/>
          <p:nvPr/>
        </p:nvSpPr>
        <p:spPr>
          <a:xfrm>
            <a:off x="1028671" y="1643050"/>
            <a:ext cx="9931065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Elicitação de requisitos não funcionais</a:t>
            </a: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elicitação é uma fonte comum de problemas relacionados a RNF, pois a omissão desses requisitos nessa etapa se propaga por todo o processo de desenvolvimento.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maneira de identificar RNF é analisando características de sistemas de mercado e incorporando essas características à solução.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Pode-se ainda usar questionários, aplicados aos stakeholders e à equipe, contendo questionamentos como: “Existem padrões a serem seguidos? Como o sistema deve responder a erros? Quais dados do sistema devem ser seguros?”.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1175</Words>
  <Application>Microsoft Office PowerPoint</Application>
  <PresentationFormat>Personalizar</PresentationFormat>
  <Paragraphs>150</Paragraphs>
  <Slides>18</Slides>
  <Notes>17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Leandro Ugioni</cp:lastModifiedBy>
  <cp:revision>2</cp:revision>
  <dcterms:created xsi:type="dcterms:W3CDTF">2019-02-19T17:16:10Z</dcterms:created>
  <dcterms:modified xsi:type="dcterms:W3CDTF">2026-03-26T00:31:42Z</dcterms:modified>
</cp:coreProperties>
</file>