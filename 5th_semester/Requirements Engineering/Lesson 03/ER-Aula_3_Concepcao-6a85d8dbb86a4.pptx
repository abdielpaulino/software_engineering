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87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v2zGgB+W1BF0/aViotYueq2C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47875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f319407004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1f3194070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f31940700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1f31940700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f319407004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1f31940700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4217a5920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e4217a592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xmlns="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E3D630B1-A6DA-42B6-861B-AAD116CC443F}"/>
              </a:ext>
            </a:extLst>
          </p:cNvPr>
          <p:cNvSpPr txBox="1"/>
          <p:nvPr/>
        </p:nvSpPr>
        <p:spPr>
          <a:xfrm>
            <a:off x="2292626" y="1416758"/>
            <a:ext cx="7606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6000" b="1" dirty="0" smtClean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Requisitos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2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74171" y="4667876"/>
            <a:ext cx="867228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Processos da engenharia de requisitos</a:t>
            </a:r>
            <a:endParaRPr sz="600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65" y="0"/>
            <a:ext cx="57150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950293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engenharia de requisitos é um conjunto estruturado de atividades que tem como objetivos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extrair, validar e manter um documento de requisitos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 comporta processos que envolvem a produção e o gerenciamento de requisitos.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Estes processos podem variar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dependendo do domínio da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aplicação, das pessoas envolvidas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projeto e da organização, e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técnicas diferentes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sua execução.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345263" y="3307347"/>
            <a:ext cx="4131150" cy="493944"/>
          </a:xfrm>
          <a:prstGeom prst="roundRect">
            <a:avLst>
              <a:gd name="adj" fmla="val 16667"/>
            </a:avLst>
          </a:prstGeom>
          <a:solidFill>
            <a:srgbClr val="A8D08C"/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Engenharia de requisitos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603966" y="5042267"/>
            <a:ext cx="2351320" cy="796830"/>
          </a:xfrm>
          <a:prstGeom prst="rect">
            <a:avLst/>
          </a:prstGeom>
          <a:solidFill>
            <a:srgbClr val="C4E0B2"/>
          </a:solidFill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Produção de requisitos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961120" y="5024851"/>
            <a:ext cx="2333922" cy="814246"/>
          </a:xfrm>
          <a:prstGeom prst="rect">
            <a:avLst/>
          </a:prstGeom>
          <a:solidFill>
            <a:srgbClr val="C4E0B2"/>
          </a:solidFill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Gerenciamento de requisitos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3"/>
          <p:cNvCxnSpPr/>
          <p:nvPr/>
        </p:nvCxnSpPr>
        <p:spPr>
          <a:xfrm>
            <a:off x="6766562" y="4428309"/>
            <a:ext cx="3383280" cy="15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3"/>
          <p:cNvCxnSpPr>
            <a:endCxn id="121" idx="0"/>
          </p:cNvCxnSpPr>
          <p:nvPr/>
        </p:nvCxnSpPr>
        <p:spPr>
          <a:xfrm>
            <a:off x="6766426" y="4441367"/>
            <a:ext cx="13200" cy="60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5" name="Google Shape;125;p3"/>
          <p:cNvCxnSpPr/>
          <p:nvPr/>
        </p:nvCxnSpPr>
        <p:spPr>
          <a:xfrm rot="-5400000" flipH="1">
            <a:off x="9847221" y="4717864"/>
            <a:ext cx="609605" cy="436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" name="Google Shape;126;p3"/>
          <p:cNvCxnSpPr>
            <a:stCxn id="120" idx="2"/>
          </p:cNvCxnSpPr>
          <p:nvPr/>
        </p:nvCxnSpPr>
        <p:spPr>
          <a:xfrm>
            <a:off x="8410838" y="3801291"/>
            <a:ext cx="1500" cy="62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112890" y="3046501"/>
            <a:ext cx="1714512" cy="642942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 w="12700" cap="flat" cmpd="sng">
            <a:solidFill>
              <a:srgbClr val="7B7B7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Levantamento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256030" y="3046501"/>
            <a:ext cx="1714512" cy="642942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 w="12700" cap="flat" cmpd="sng">
            <a:solidFill>
              <a:srgbClr val="7B7B7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399170" y="3046501"/>
            <a:ext cx="1714512" cy="642942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 w="12700" cap="flat" cmpd="sng">
            <a:solidFill>
              <a:srgbClr val="7B7B7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Documentação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542310" y="3046501"/>
            <a:ext cx="1714512" cy="642942"/>
          </a:xfrm>
          <a:prstGeom prst="roundRect">
            <a:avLst>
              <a:gd name="adj" fmla="val 16667"/>
            </a:avLst>
          </a:prstGeom>
          <a:solidFill>
            <a:srgbClr val="C9C9C9"/>
          </a:solidFill>
          <a:ln w="12700" cap="flat" cmpd="sng">
            <a:solidFill>
              <a:srgbClr val="7B7B7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112890" y="1974931"/>
            <a:ext cx="8143932" cy="500066"/>
          </a:xfrm>
          <a:prstGeom prst="roundRect">
            <a:avLst>
              <a:gd name="adj" fmla="val 16667"/>
            </a:avLst>
          </a:prstGeom>
          <a:solidFill>
            <a:srgbClr val="ACB8CA"/>
          </a:solidFill>
          <a:ln w="12700" cap="flat" cmpd="sng">
            <a:solidFill>
              <a:srgbClr val="2F54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Produção de requisitos	</a:t>
            </a:r>
            <a:endParaRPr/>
          </a:p>
        </p:txBody>
      </p:sp>
      <p:cxnSp>
        <p:nvCxnSpPr>
          <p:cNvPr id="140" name="Google Shape;140;p4"/>
          <p:cNvCxnSpPr>
            <a:stCxn id="135" idx="3"/>
            <a:endCxn id="136" idx="1"/>
          </p:cNvCxnSpPr>
          <p:nvPr/>
        </p:nvCxnSpPr>
        <p:spPr>
          <a:xfrm>
            <a:off x="3827402" y="3367972"/>
            <a:ext cx="428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1" name="Google Shape;141;p4"/>
          <p:cNvCxnSpPr/>
          <p:nvPr/>
        </p:nvCxnSpPr>
        <p:spPr>
          <a:xfrm>
            <a:off x="5970542" y="3403691"/>
            <a:ext cx="428628" cy="15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2" name="Google Shape;142;p4"/>
          <p:cNvCxnSpPr/>
          <p:nvPr/>
        </p:nvCxnSpPr>
        <p:spPr>
          <a:xfrm>
            <a:off x="8113682" y="3403691"/>
            <a:ext cx="428628" cy="15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3" name="Google Shape;143;p4"/>
          <p:cNvCxnSpPr/>
          <p:nvPr/>
        </p:nvCxnSpPr>
        <p:spPr>
          <a:xfrm rot="10800000">
            <a:off x="5024426" y="3689557"/>
            <a:ext cx="2232000" cy="2142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4" name="Google Shape;144;p4"/>
          <p:cNvCxnSpPr/>
          <p:nvPr/>
        </p:nvCxnSpPr>
        <p:spPr>
          <a:xfrm rot="10800000">
            <a:off x="2898648" y="3689557"/>
            <a:ext cx="2143200" cy="2142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5" name="Google Shape;145;p4"/>
          <p:cNvCxnSpPr>
            <a:stCxn id="138" idx="2"/>
            <a:endCxn id="137" idx="2"/>
          </p:cNvCxnSpPr>
          <p:nvPr/>
        </p:nvCxnSpPr>
        <p:spPr>
          <a:xfrm rot="5400000">
            <a:off x="8327666" y="2618143"/>
            <a:ext cx="600" cy="2143200"/>
          </a:xfrm>
          <a:prstGeom prst="bentConnector3">
            <a:avLst>
              <a:gd name="adj1" fmla="val 37967667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46" name="Google Shape;146;p4"/>
          <p:cNvSpPr/>
          <p:nvPr/>
        </p:nvSpPr>
        <p:spPr>
          <a:xfrm>
            <a:off x="2041452" y="4618137"/>
            <a:ext cx="1857388" cy="10001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Necessidades 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Regras de negócio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Documentos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Regulamentos, leis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4"/>
          <p:cNvCxnSpPr/>
          <p:nvPr/>
        </p:nvCxnSpPr>
        <p:spPr>
          <a:xfrm rot="-5400000">
            <a:off x="2077171" y="4153790"/>
            <a:ext cx="928694" cy="15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48" name="Google Shape;148;p4"/>
          <p:cNvSpPr/>
          <p:nvPr/>
        </p:nvSpPr>
        <p:spPr>
          <a:xfrm>
            <a:off x="6970674" y="4832451"/>
            <a:ext cx="1571636" cy="7143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de requisitos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4"/>
          <p:cNvCxnSpPr>
            <a:endCxn id="148" idx="0"/>
          </p:cNvCxnSpPr>
          <p:nvPr/>
        </p:nvCxnSpPr>
        <p:spPr>
          <a:xfrm flipH="1">
            <a:off x="7756492" y="3689451"/>
            <a:ext cx="1500" cy="114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50" name="Google Shape;150;p4"/>
          <p:cNvCxnSpPr>
            <a:endCxn id="135" idx="0"/>
          </p:cNvCxnSpPr>
          <p:nvPr/>
        </p:nvCxnSpPr>
        <p:spPr>
          <a:xfrm flipH="1">
            <a:off x="2970146" y="2475001"/>
            <a:ext cx="1571700" cy="57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51" name="Google Shape;151;p4"/>
          <p:cNvCxnSpPr>
            <a:endCxn id="137" idx="0"/>
          </p:cNvCxnSpPr>
          <p:nvPr/>
        </p:nvCxnSpPr>
        <p:spPr>
          <a:xfrm>
            <a:off x="6542126" y="2475001"/>
            <a:ext cx="714300" cy="57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52" name="Google Shape;152;p4"/>
          <p:cNvCxnSpPr>
            <a:endCxn id="136" idx="0"/>
          </p:cNvCxnSpPr>
          <p:nvPr/>
        </p:nvCxnSpPr>
        <p:spPr>
          <a:xfrm flipH="1">
            <a:off x="5113286" y="2475001"/>
            <a:ext cx="428700" cy="57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53" name="Google Shape;153;p4"/>
          <p:cNvCxnSpPr>
            <a:endCxn id="138" idx="0"/>
          </p:cNvCxnSpPr>
          <p:nvPr/>
        </p:nvCxnSpPr>
        <p:spPr>
          <a:xfrm>
            <a:off x="7899266" y="2475001"/>
            <a:ext cx="1500300" cy="57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1068" y="1100683"/>
            <a:ext cx="6330860" cy="554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950293" y="1760617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932875" y="1782388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476106" y="1698168"/>
            <a:ext cx="9183189" cy="979715"/>
          </a:xfrm>
          <a:prstGeom prst="rect">
            <a:avLst/>
          </a:prstGeom>
          <a:solidFill>
            <a:srgbClr val="D5DBE5"/>
          </a:solidFill>
          <a:ln w="12700" cap="flat" cmpd="sng">
            <a:solidFill>
              <a:srgbClr val="ACB8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Levantamento: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nesta etapa os requisitos são descobertos juntamente com as partes interessadas.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471752" y="2869471"/>
            <a:ext cx="9183189" cy="979715"/>
          </a:xfrm>
          <a:prstGeom prst="rect">
            <a:avLst/>
          </a:prstGeom>
          <a:solidFill>
            <a:srgbClr val="D5DBE5"/>
          </a:solidFill>
          <a:ln w="12700" cap="flat" cmpd="sng">
            <a:solidFill>
              <a:srgbClr val="ACB8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Análise: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são analisados e os conflitos são resolvidos por meio da negociação com as partes interessadas.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480461" y="4027711"/>
            <a:ext cx="9183189" cy="979715"/>
          </a:xfrm>
          <a:prstGeom prst="rect">
            <a:avLst/>
          </a:prstGeom>
          <a:solidFill>
            <a:srgbClr val="D5DBE5"/>
          </a:solidFill>
          <a:ln w="12700" cap="flat" cmpd="sng">
            <a:solidFill>
              <a:srgbClr val="ACB8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Documentação: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são documentados.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489170" y="5199014"/>
            <a:ext cx="9183189" cy="979715"/>
          </a:xfrm>
          <a:prstGeom prst="rect">
            <a:avLst/>
          </a:prstGeom>
          <a:solidFill>
            <a:srgbClr val="D5DBE5"/>
          </a:solidFill>
          <a:ln w="12700" cap="flat" cmpd="sng">
            <a:solidFill>
              <a:srgbClr val="ACB8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Verificação e validação: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verifica-se a consistência e completude dos requisitos.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950293" y="1760617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prática, a engenharia de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é um processo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iterativo em que as atividades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intercaladas.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7" descr="C:\Users\usuario\Documents\UniSatc\Engenharia de requisitos\Materiais\VisaoEspiralEngenhariaRequisito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3011" y="1220744"/>
            <a:ext cx="6090602" cy="51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6779630" y="6414944"/>
            <a:ext cx="20782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Fonte:Sommervile (2011).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174171" y="4667876"/>
            <a:ext cx="867228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Levantamento de requisitos</a:t>
            </a:r>
            <a:endParaRPr sz="600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6" name="Google Shape;19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pic>
        <p:nvPicPr>
          <p:cNvPr id="197" name="Google Shape;19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65" y="0"/>
            <a:ext cx="57150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1754" y="1350784"/>
            <a:ext cx="6081984" cy="5343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950293" y="1760617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Levantamento de requisitos é um processo de aquisição de conhecimento sobre o problema/necessidade, onde são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aplicadas técnicas para compreender o negócio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definir o escopo e  identificar os stakeholders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(VAZQUEZ; SIMOES, 2016).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a primeira etapa no ciclo de desenvolvimento de software, onde são definidas as funcionalidades e o escopo do projeto.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obter os requisitos do sistema, é preciso entender o problema a ser resolvido, o domínio de aplicação do sistema, os processos de negócios em uma organização e as formas pelas quais o sistema será usado.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primeira etapa do levantamento de requisitos é a concepção, onde busca-se: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Identificar e entender o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oportunidade</a:t>
            </a:r>
            <a:endParaRPr/>
          </a:p>
          <a:p>
            <a:pPr marL="0" marR="0" lvl="0" indent="-14097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Identificar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necessidades do negócio</a:t>
            </a:r>
            <a:endParaRPr b="1"/>
          </a:p>
          <a:p>
            <a:pPr marL="0" marR="0" lvl="0" indent="-14097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Definir os stakeholders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Realizar análises de viabilidade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as fontes de requisitos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Definir o escopo da solução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fase deve fornecer a visão do domínio do problema como um todo, a fim de identificar os tópicos mais importantes e poder dividir estes tópicos em partes nas quais os detalhes possam ser melhor especificados.</a:t>
            </a: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concepção, são levantados os requisitos de negócio, que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descrevem as necessidades que a solução deve resolver e os resultados de negócios finais desejados.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Eles se tornam referência para a tomada de decisões sobre as alterações e melhorias propostas nos requisitos.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requisitos de negócios permitem o entendimento dos benefícios que a empresa espera alcançar com a realização do projeto e do valor que irá somar ao seu negócio.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8837435" y="2833417"/>
            <a:ext cx="1534470" cy="850307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Quem irá utilizar?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881049" y="2769325"/>
            <a:ext cx="1959429" cy="1018903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Quem está solicitando o sistema?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7450173" y="4615543"/>
            <a:ext cx="2203268" cy="1027612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os benefícios a solução vai proporcionar?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 flipH="1">
            <a:off x="5042246" y="2769326"/>
            <a:ext cx="2834654" cy="1045028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problemas/necessidades o sistema vai atender?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 flipH="1">
            <a:off x="2751904" y="4606834"/>
            <a:ext cx="2551615" cy="106244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DDEAF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as qualidades fundamentais o sistema deve possuir?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1181071" y="17954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Deve-se fazer perguntas como:</a:t>
            </a: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etapa de concepção tem como características: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levantamento rápido e genérico de requisitos;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Levantamento realizado em extensão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não em profundidade;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Entendimento da extensão do que o sistema deve fazer, mas sem detalhar a forma como ele vai fazer; 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Entendimento da necessidade e escopo;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Identificação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 fontes de requisitos;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Entendimento do domínio da aplicação.</a:t>
            </a: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Entendimento do problema/necessidade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processo de levantamento de requisitos requer uma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cuidadosa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organização, do domínio da aplicação, de processos do negócio e das necessidades, desejos e/ou exigências do cliente.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identificação e definição do problema, bem como quem tem o problema e a visão do problema sob  o ponto de vista de quem o tem, caracteriza a complexidade do processo.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correto entendimento do problema/necessidade pode ajudar a entender quais são os requisitos mínimos desejáveis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solução e a identificar oportunidades de melhorias.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Identificação das partes interessadas (stakeholders)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Identificam-se de forma preliminar,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partes que serão impactadas ou que afetam a solução,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podendo auxiliar na descoberta de pontos de vista diferentes, o que influencia na estruturação dos requisitos do sistema.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incorporados ao processo, os stakeholders ficam mais propensos a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colaborar com informações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 as suas necessidades e com o processo de descoberta de requisitos, pois sentem que fazem parte da construção da solução.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um stakeholder não é identificado, é possível que haja perda de requisitos importantes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a solução pode ter que ser posteriormente ajustada para incluir estes requisitos.</a:t>
            </a: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 ser identificados: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651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pt-BR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Descobrindo os potenciais usuários finais do sistema;</a:t>
            </a:r>
            <a:endParaRPr b="1"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Considerando os processos de negócios a serem apoiados pelo sistema e as pessoas envolvidas nesses processos;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conversas com a gestão;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Considerando os clientes que irão usar o sistema;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Considerando os responsáveis ​​pelo desenvolvimento e manutenção do sistema;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Considerando órgãos externos que podem solicitar funcionalidades e alterações no sistema.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8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Tipos de Viabilidade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Análise de viabilidade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investir tempo, dinheiro e esforço na elicitação dos requisitos do sistema, é recomendável realizar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estudo de viabilidade do projeto.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tem como objetivo avaliar se o sistema pode ser desenvolvido com a tecnologia disponível, se ele se adequa à forma de trabalho da empresa e se ele trará benefícios para a empresa que o está contratando.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análise de viabilidade também deve verificar se o sistema irá fornecer retornos adequados para o investimento no seu desenvolvimento.</a:t>
            </a: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9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Tipos de Viabilidade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Desta forma, pode-se realizar estudos de: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econômica: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verifica se os recursos disponíveis para o projeto são suficientes, além do custo-benefício da implementação. Estes recursos incluem mão de obra, infra estrutura, compra de softwares, custos fixos e custos variáveis.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operacional: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 se a proposta do sistema se adequa à organização. Inclui questões como interoperabilidade do sistema e resistência por parte dos usuários.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Tipos de Viabilidade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de cronograma: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analisa a viabilidade do cronograma proposto, além de apresentar uma análise de impacto referente à atrasos no projeto.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técnica: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 se a solução do sistema pode ser realmente colocada em prática. Inclui questões como tecnologias disponíveis, conhecimento técnico e se o sistema pode ser desenvolvido dentro das restrições existentes.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legal: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verifica se a solução proposta se adequa em relação a eventuais contratos com outras empresas, legislações, etc.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Contexto de Negócio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Definição do contexto de negócio e de sistema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um projeto, os envolvidos podem trabalhar com objetivos diferentes, caso não haja o devido alinhamento entre eles.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stakeholders podem não concordar com os requisitos e com as entregas se não tiverem um entendimento comum dos objetivos de negócio, causando requisitos incompletos e incorretos, além de prazos e orçamento excedido.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Dessa forma, devem ser definidos os limites de contexto e limites de sistema, que ajudam no processo de definição de escopo e alinhamento entre stakeholders.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de limite de contexto: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Define os aspectos do meio ambiente que precisam ser levados em conta durante a engenharia de requisitos e os aspectos que são irrelevantes para o sistema.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Quando o limite de contexto é definido, fica mais fácil determinar os limites do sistema.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1423852" y="5434153"/>
            <a:ext cx="8895806" cy="86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aspectos pertencem ao contexto do sistema a ser desenvolvido?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do limite de sistema: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Define quais aspectos da realidade o sistema irá atender.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contexto do sistema compreende todos os aspectos relevantes no que diz respeito ao requisitos para o sistema a ser desenvolvido.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Quando o limite do sistema é definido, fica mais fácil determinar o escopo de desenvolvimento, bem como os aspectos que não fazem parte do sistema.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1423852" y="5669287"/>
            <a:ext cx="8895806" cy="86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aspectos pertencem ao sistema a ser desenvolvido?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Definição do escopo da solução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definir o conjunto funcionalidades a serem desenvolvidas, de forma que permita que os stakeholders compreendam o escopo do que será entregue. </a:t>
            </a:r>
            <a:endParaRPr b="1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escopo deve sempre estar alinhado com o stakeholder, para garantir que as funcionalidades a serem entregues atendam às suas necessidades e expectativas.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 etapa, é estabelecida uma visão compartilhada do escopo e essa visão é registrada e confirmada com as partes interessadas.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Alterações de escopo impactam no orçamento planejado, recursos, cronograma e equipe, impactando também na qualidade da entrega. Além disso, podem causar retrabalho quanto aos requisitos já especificados e nas atividades já desenvolvidas.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existência de requisitos de negócios documentados facilita o gerenciamento do escopo, pois auxiliam na tomada de decisão sobre as alterações solicitadas.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Concepção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Definição do escopo em projetos ágeis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projetos ágeis, onde as entregas são realizadas em iterações, o escopo pode ser alterado em cada iteração, tendo como base o que é mais prioritário para o cliente. 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Essa alteração de escopo deve sempre ser previamente alinhada com o stakeholder e gerenciada para que o objetivo final seja alcançado. 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escopo de cada iteração ajuda a garantir a entrega de um produto que atenda aos objetivos do negócio do cliente.</a:t>
            </a:r>
            <a:endParaRPr/>
          </a:p>
          <a:p>
            <a:pPr marL="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4097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Projetos ágeis que trabalham com escopo fechado devem garantir que essas alterações não impactem na entrega final do projeto.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1f319407004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1f319407004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1f319407004_0_19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1f319407004_0_1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5" name="Google Shape;395;g1f319407004_0_19"/>
          <p:cNvSpPr txBox="1"/>
          <p:nvPr/>
        </p:nvSpPr>
        <p:spPr>
          <a:xfrm>
            <a:off x="357158" y="1214422"/>
            <a:ext cx="75009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1f319407004_0_19"/>
          <p:cNvSpPr txBox="1"/>
          <p:nvPr/>
        </p:nvSpPr>
        <p:spPr>
          <a:xfrm>
            <a:off x="1023246" y="1288000"/>
            <a:ext cx="99312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Qual é o objetivo principal da engenharia de requisitos?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Projetar a arquitetura do sistema.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Codificar as funcionalidades do sistema.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Extrair, validar e manter um documento de requisitos.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Testar o sistema desenvolvido.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O que o levantamento de requisitos visa compreender?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Apenas as funcionalidades que o sistema deve ter.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O negócio, definir o escopo e identificar os stakeholders.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Apenas as necessidades tecnológicas do sistema.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As preferências pessoais dos desenvolvedores.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Qual é a primeira etapa no ciclo de desenvolvimento de software? 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Projeto de Interface.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Levantamento de Requisitos.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Codificação.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Testes.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 O que caracteriza a fase de concepção no levantamento de requisitos?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Levantamento detalhado e técnico dos requisitos.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Definição dos algoritmos e estruturas de dados.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Levantamento rápido e genérico de requisitos, focando na extensão e não na profundidade.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Codificação das funcionalidades definidas.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 Quais são os tipos de viabilidade considerados na análise de viabilidade?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Econômica, Operacional, de Cronograma, Técnica e Legal.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Social, Ambiental e Política.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Funcional, Não Funcional e de Usabilidade.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Tática, Estratégica e Operacional.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1f319407004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1f319407004_0_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1f319407004_0_30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1f319407004_0_3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5" name="Google Shape;405;g1f319407004_0_30"/>
          <p:cNvSpPr txBox="1"/>
          <p:nvPr/>
        </p:nvSpPr>
        <p:spPr>
          <a:xfrm>
            <a:off x="357158" y="1214422"/>
            <a:ext cx="75009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1f319407004_0_30"/>
          <p:cNvSpPr txBox="1"/>
          <p:nvPr/>
        </p:nvSpPr>
        <p:spPr>
          <a:xfrm>
            <a:off x="972621" y="1172100"/>
            <a:ext cx="99312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 Como a definição do escopo da solução beneficia o projeto?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Permite mudanças ilimitadas no escopo sem impactar o orçamento ou cronograma.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Garante que todos os requisitos sejam desenvolvidos na primeira fase do projeto.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Auxilia na tomada de decisão sobre alterações e garante que as funcionalidades entregues atendam às necessidades e expectativas dos stakeholders.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Elimina a necessidade de documentação de requisitos.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7- Qual afirmação melhor descreve a gestão de escopo em projetos ágeis?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O escopo é fixo e não permite alterações após o início do projeto.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O escopo pode ser alterado em cada iteração, com priorização do que é mais importante para o cliente.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Alterações de escopo são proibidas para garantir a entrega no prazo.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O escopo é definido apenas no final do projeto, para acomodar todas as mudanças desejadas.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8- O que a etapa de concepção busca identificar e entender?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As tecnologias disponíveis para o desenvolvimento do sistema.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O problema ou oportunidade e as necessidades do negócio.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Os melhores algoritmos para implementar as funcionalidades.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As preferências de design dos stakeholders.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9- Por que é importante identificar os stakeholders no processo de levantamento de requisitos?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Para determinar o orçamento do projeto.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Para definir o cronograma de desenvolvimento do sistema.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Para auxiliar na descoberta de diferentes pontos de vista e influenciar a estruturação dos requisitos.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Para escolher as tecnologias de desenvolvimento do sistema.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 Quais são os benefícios do correto entendimento do problema/necessidade no levantamento de requisitos?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Permite a utilização de mais tecnologias no projeto.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Facilita a identificação dos requisitos mínimos desejáveis da solução e oportunidades de melhorias.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Reduz o tempo necessário para o desenvolvimento do software.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Elimina a necessidade de testes no sistema desenvolvido.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g1f319407004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1f319407004_0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1f319407004_0_39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1f319407004_0_3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15" name="Google Shape;415;g1f319407004_0_39"/>
          <p:cNvSpPr txBox="1"/>
          <p:nvPr/>
        </p:nvSpPr>
        <p:spPr>
          <a:xfrm>
            <a:off x="357158" y="1214422"/>
            <a:ext cx="75009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1f319407004_0_39"/>
          <p:cNvSpPr txBox="1"/>
          <p:nvPr/>
        </p:nvSpPr>
        <p:spPr>
          <a:xfrm>
            <a:off x="972621" y="1172100"/>
            <a:ext cx="99312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11 - Qual é o propósito da análise de viabilidade técnica?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Verificar se o sistema proposto pode ser desenvolvido dentro das restrições existentes.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Avaliar o impacto ambiental do desenvolvimento do sistema.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Determinar a popularidade do sistema entre os usuários finais.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Calcular o retorno sobre investimento (ROI) do projeto.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12 - Como a definição dos limites de contexto e de sistema auxilia no projeto?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Aumentando a flexibilidade dos requisitos durante o desenvolvimento.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Reduzindo a necessidade de comunicação com os stakeholders.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Facilitando o processo de definição de escopo e alinhamento entre stakeholders.</a:t>
            </a:r>
            <a:endParaRPr sz="31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673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pt-BR" sz="310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Permitindo alterações ilimitadas no escopo do projeto.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g2e4217a5920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2e4217a5920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2e4217a5920_0_7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Atividade Prática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2e4217a5920_0_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25" name="Google Shape;425;g2e4217a5920_0_7"/>
          <p:cNvSpPr txBox="1"/>
          <p:nvPr/>
        </p:nvSpPr>
        <p:spPr>
          <a:xfrm>
            <a:off x="357158" y="1214422"/>
            <a:ext cx="75009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2e4217a5920_0_7"/>
          <p:cNvSpPr txBox="1"/>
          <p:nvPr/>
        </p:nvSpPr>
        <p:spPr>
          <a:xfrm>
            <a:off x="972621" y="1172100"/>
            <a:ext cx="9931200" cy="4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8"/>
              <a:buFont typeface="Calibri"/>
              <a:buNone/>
            </a:pPr>
            <a:r>
              <a:rPr lang="pt-BR" sz="310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a tela de </a:t>
            </a:r>
            <a:r>
              <a:rPr lang="pt-BR" sz="310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r>
              <a:rPr lang="pt-BR" sz="310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realizar:</a:t>
            </a:r>
            <a:br>
              <a:rPr lang="pt-BR" sz="310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10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310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2593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8"/>
              <a:buFont typeface="Calibri"/>
              <a:buChar char="●"/>
            </a:pPr>
            <a:r>
              <a:rPr lang="pt-BR" sz="3107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Criaç</a:t>
            </a:r>
            <a:r>
              <a:rPr lang="pt-BR" sz="3107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ão de análise de viabilidade do requisitos funcionais criados.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2372</Words>
  <Application>Microsoft Office PowerPoint</Application>
  <PresentationFormat>Personalizar</PresentationFormat>
  <Paragraphs>276</Paragraphs>
  <Slides>30</Slides>
  <Notes>29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Leandro Ugioni</cp:lastModifiedBy>
  <cp:revision>3</cp:revision>
  <dcterms:created xsi:type="dcterms:W3CDTF">2019-02-19T17:16:10Z</dcterms:created>
  <dcterms:modified xsi:type="dcterms:W3CDTF">2026-03-14T02:42:05Z</dcterms:modified>
</cp:coreProperties>
</file>